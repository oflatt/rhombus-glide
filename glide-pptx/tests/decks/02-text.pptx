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Plain 18pt</a:t>
            </a:r>
          </a:p>
          <a:p>
            <a:r>
              <a:rPr b="1" sz="2400"/>
              <a:t>Bold 24pt</a:t>
            </a:r>
          </a:p>
          <a:p>
            <a:r>
              <a:rPr i="1" sz="2000"/>
              <a:t>Italic 20pt</a:t>
            </a:r>
          </a:p>
          <a:p>
            <a:r>
              <a:rPr u="sng" sz="1600"/>
              <a:t>Underline 16pt</a:t>
            </a:r>
          </a:p>
          <a:p>
            <a:r>
              <a:rPr sz="2800">
                <a:solidFill>
                  <a:srgbClr val="C02020"/>
                </a:solidFill>
              </a:rPr>
              <a:t>Red 28pt</a:t>
            </a:r>
          </a:p>
          <a:p>
            <a:r>
              <a:rPr sz="1800">
                <a:latin typeface="Courier New"/>
              </a:rPr>
              <a:t>Courier New 18pt</a:t>
            </a:r>
          </a:p>
          <a:p>
            <a:r>
              <a:rPr sz="1800" b="0"/>
              <a:t>mixed </a:t>
            </a:r>
            <a:r>
              <a:rPr sz="1800" b="1"/>
              <a:t>runs </a:t>
            </a:r>
            <a:r>
              <a:rPr sz="1800" b="0"/>
              <a:t>in </a:t>
            </a:r>
            <a:r>
              <a:rPr sz="1800" b="1"/>
              <a:t>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65760"/>
            <a:ext cx="5029200" cy="91440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2000"/>
              <a:t>aligned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2000"/>
              <a:t>aligned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60320"/>
            <a:ext cx="5029200" cy="91440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txBody>
          <a:bodyPr wrap="none">
            <a:spAutoFit/>
          </a:bodyPr>
          <a:lstStyle/>
          <a:p>
            <a:pPr algn="r"/>
            <a:r>
              <a:rPr sz="2000"/>
              <a:t>aligned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828800" cy="237744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txBody>
          <a:bodyPr wrap="none" anchor="t">
            <a:spAutoFit/>
          </a:bodyPr>
          <a:lstStyle/>
          <a:p>
            <a:r>
              <a:rPr sz="1600"/>
              <a:t>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840480"/>
            <a:ext cx="1828800" cy="237744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txBody>
          <a:bodyPr wrap="none" anchor="ctr">
            <a:spAutoFit/>
          </a:bodyPr>
          <a:lstStyle/>
          <a:p>
            <a:r>
              <a:rPr sz="1600"/>
              <a:t>middle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1828800" cy="2377440"/>
          </a:xfrm>
          <a:prstGeom prst="rect">
            <a:avLst/>
          </a:prstGeom>
          <a:noFill/>
          <a:ln w="9525">
            <a:solidFill>
              <a:srgbClr val="999999"/>
            </a:solidFill>
          </a:ln>
        </p:spPr>
        <p:txBody>
          <a:bodyPr wrap="none" anchor="b">
            <a:spAutoFit/>
          </a:bodyPr>
          <a:lstStyle/>
          <a:p>
            <a:r>
              <a:rPr sz="1600"/>
              <a:t>bottom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