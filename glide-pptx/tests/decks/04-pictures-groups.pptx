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3657600" cy="2743200"/>
          </a:xfrm>
          <a:prstGeom prst="rect">
            <a:avLst/>
          </a:prstGeom>
        </p:spPr>
      </p:pic>
      <p:pic>
        <p:nvPicPr>
          <p:cNvPr id="3" name="Picture 2" descr="che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548640"/>
            <a:ext cx="2743200" cy="2743200"/>
          </a:xfrm>
          <a:prstGeom prst="rect">
            <a:avLst/>
          </a:prstGeom>
        </p:spPr>
      </p:pic>
      <p:pic>
        <p:nvPicPr>
          <p:cNvPr id="4" name="Picture 3" descr="che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0"/>
            <a:ext cx="6949440" cy="2194560"/>
          </a:xfrm>
          <a:prstGeom prst="rect">
            <a:avLst/>
          </a:prstGeom>
        </p:spPr>
      </p:pic>
      <p:pic>
        <p:nvPicPr>
          <p:cNvPr id="5" name="Picture 4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914400"/>
            <a:ext cx="329184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5943600" y="1828800"/>
            <a:ext cx="5486400" cy="3657600"/>
            <a:chOff x="914400" y="914400"/>
            <a:chExt cx="3474720" cy="2194560"/>
          </a:xfrm>
        </p:grpSpPr>
        <p:sp>
          <p:nvSpPr>
            <p:cNvPr id="3" name="Rectangle 2"/>
            <p:cNvSpPr/>
            <p:nvPr/>
          </p:nvSpPr>
          <p:spPr>
            <a:xfrm>
              <a:off x="914400" y="914400"/>
              <a:ext cx="1828800" cy="1097280"/>
            </a:xfrm>
            <a:prstGeom prst="rect">
              <a:avLst/>
            </a:prstGeom>
            <a:solidFill>
              <a:srgbClr val="4472C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2926080" y="1463040"/>
              <a:ext cx="1463040" cy="1463040"/>
            </a:xfrm>
            <a:prstGeom prst="ellipse">
              <a:avLst/>
            </a:prstGeom>
            <a:solidFill>
              <a:srgbClr val="ED7D3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4400" y="2377440"/>
              <a:ext cx="329184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800"/>
                <a:t>inside a group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