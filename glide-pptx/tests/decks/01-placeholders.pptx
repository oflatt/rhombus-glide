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subtitle inherited from the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 bullet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/>
            <a:r>
              <a:t>Back to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