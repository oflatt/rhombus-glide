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Translating PowerPoint to Pict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verified pptx -&gt; Racket/Rhombus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bother?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PowerPoint is a good positioning tool</a:t>
            </a:r>
          </a:p>
          <a:p>
            <a:r>
              <a:t>Code is a good animation tool</a:t>
            </a:r>
          </a:p>
          <a:p>
            <a:r>
              <a:t>Round-tripping keeps both</a:t>
            </a:r>
          </a:p>
          <a:p>
            <a:r>
              <a:t>PDF diffing keeps us honest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3B63"/>
                </a:solidFill>
              </a:rPr>
              <a:t>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2194560" cy="10972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pptx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017520" y="2331720"/>
            <a:ext cx="457200" cy="45720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66160" y="2011680"/>
            <a:ext cx="2194560" cy="10972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IR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52160" y="2331720"/>
            <a:ext cx="457200" cy="45720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2194560" cy="10972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pict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86800" y="2331720"/>
            <a:ext cx="457200" cy="457200"/>
          </a:xfrm>
          <a:prstGeom prst="rightArrow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35440" y="2011680"/>
            <a:ext cx="2194560" cy="10972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PDF</a:t>
            </a:r>
          </a:p>
        </p:txBody>
      </p:sp>
      <p:pic>
        <p:nvPicPr>
          <p:cNvPr id="10" name="Picture 9" descr="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0"/>
            <a:ext cx="4572000" cy="2560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52160" y="3657600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Shapes and text become picts.</a:t>
            </a:r>
          </a:p>
          <a:p>
            <a:r>
              <a:rPr sz="2000"/>
              <a:t>Absolute positions become pin-over.</a:t>
            </a:r>
          </a:p>
          <a:p>
            <a:r>
              <a:rPr sz="2000"/>
              <a:t>Everything else is a diff to explain.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