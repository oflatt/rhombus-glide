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2377440" cy="1554480"/>
          </a:xfrm>
          <a:prstGeom prst="rect">
            <a:avLst/>
          </a:prstGeom>
          <a:solidFill>
            <a:srgbClr val="4472C4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0" y="457200"/>
            <a:ext cx="2377440" cy="155448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ROUNDED_RECTAN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457200"/>
            <a:ext cx="2377440" cy="1554480"/>
          </a:xfrm>
          <a:prstGeom prst="ellipse">
            <a:avLst/>
          </a:prstGeom>
          <a:solidFill>
            <a:srgbClr val="A5A5A5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9326880" y="457200"/>
            <a:ext cx="2377440" cy="1554480"/>
          </a:xfrm>
          <a:prstGeom prst="triangle">
            <a:avLst/>
          </a:prstGeom>
          <a:solidFill>
            <a:srgbClr val="FFC000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ISOSCELES_TRIA</a:t>
            </a:r>
          </a:p>
        </p:txBody>
      </p:sp>
      <p:sp>
        <p:nvSpPr>
          <p:cNvPr id="6" name="Right Triangle 5"/>
          <p:cNvSpPr/>
          <p:nvPr/>
        </p:nvSpPr>
        <p:spPr>
          <a:xfrm>
            <a:off x="548640" y="2560320"/>
            <a:ext cx="2377440" cy="1554480"/>
          </a:xfrm>
          <a:prstGeom prst="rtTriangle">
            <a:avLst/>
          </a:prstGeom>
          <a:solidFill>
            <a:srgbClr val="5B9BD5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RIGHT_TRIANGLE</a:t>
            </a:r>
          </a:p>
        </p:txBody>
      </p:sp>
      <p:sp>
        <p:nvSpPr>
          <p:cNvPr id="7" name="Diamond 6"/>
          <p:cNvSpPr/>
          <p:nvPr/>
        </p:nvSpPr>
        <p:spPr>
          <a:xfrm>
            <a:off x="3474720" y="2560320"/>
            <a:ext cx="2377440" cy="1554480"/>
          </a:xfrm>
          <a:prstGeom prst="diamond">
            <a:avLst/>
          </a:prstGeom>
          <a:solidFill>
            <a:srgbClr val="70AD47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8" name="Pentagon 7"/>
          <p:cNvSpPr/>
          <p:nvPr/>
        </p:nvSpPr>
        <p:spPr>
          <a:xfrm>
            <a:off x="6400800" y="2560320"/>
            <a:ext cx="2377440" cy="1554480"/>
          </a:xfrm>
          <a:prstGeom prst="homePlate">
            <a:avLst/>
          </a:prstGeom>
          <a:solidFill>
            <a:srgbClr val="4472C4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PENTAGON</a:t>
            </a:r>
          </a:p>
        </p:txBody>
      </p:sp>
      <p:sp>
        <p:nvSpPr>
          <p:cNvPr id="9" name="Hexagon 8"/>
          <p:cNvSpPr/>
          <p:nvPr/>
        </p:nvSpPr>
        <p:spPr>
          <a:xfrm>
            <a:off x="9326880" y="2560320"/>
            <a:ext cx="2377440" cy="1554480"/>
          </a:xfrm>
          <a:prstGeom prst="hexagon">
            <a:avLst/>
          </a:prstGeom>
          <a:solidFill>
            <a:srgbClr val="ED7D31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HEXAGON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" y="4663440"/>
            <a:ext cx="2377440" cy="1554480"/>
          </a:xfrm>
          <a:prstGeom prst="rightArrow">
            <a:avLst/>
          </a:prstGeom>
          <a:solidFill>
            <a:srgbClr val="A5A5A5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RIGHT_ARROW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474720" y="4663440"/>
            <a:ext cx="2377440" cy="1554480"/>
          </a:xfrm>
          <a:prstGeom prst="leftArrow">
            <a:avLst/>
          </a:prstGeom>
          <a:solidFill>
            <a:srgbClr val="FFC000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LEFT_ARROW</a:t>
            </a:r>
          </a:p>
        </p:txBody>
      </p:sp>
      <p:sp>
        <p:nvSpPr>
          <p:cNvPr id="12" name="Chevron 11"/>
          <p:cNvSpPr/>
          <p:nvPr/>
        </p:nvSpPr>
        <p:spPr>
          <a:xfrm>
            <a:off x="6400800" y="4663440"/>
            <a:ext cx="2377440" cy="1554480"/>
          </a:xfrm>
          <a:prstGeom prst="chevron">
            <a:avLst/>
          </a:prstGeom>
          <a:solidFill>
            <a:srgbClr val="5B9BD5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CHEVRON</a:t>
            </a:r>
          </a:p>
        </p:txBody>
      </p:sp>
      <p:sp>
        <p:nvSpPr>
          <p:cNvPr id="13" name="5-Point Star 12"/>
          <p:cNvSpPr/>
          <p:nvPr/>
        </p:nvSpPr>
        <p:spPr>
          <a:xfrm>
            <a:off x="9326880" y="4663440"/>
            <a:ext cx="2377440" cy="1554480"/>
          </a:xfrm>
          <a:prstGeom prst="star5">
            <a:avLst/>
          </a:prstGeom>
          <a:solidFill>
            <a:srgbClr val="70AD47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STAR_5_POINT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0" cy="1828800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548640"/>
            <a:ext cx="2743200" cy="18288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7315200" y="822960"/>
            <a:ext cx="2743200" cy="1280160"/>
          </a:xfrm>
          <a:prstGeom prst="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2194560" cy="2194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3108960"/>
            <a:ext cx="2194560" cy="2194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3108960"/>
            <a:ext cx="2194560" cy="219456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3108960"/>
            <a:ext cx="2194560" cy="21945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00800" y="3291840"/>
            <a:ext cx="5120640" cy="256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00800" y="3291840"/>
            <a:ext cx="5120640" cy="2560320"/>
          </a:xfrm>
          <a:prstGeom prst="line">
            <a:avLst/>
          </a:prstGeom>
          <a:ln w="12700">
            <a:solidFill>
              <a:srgbClr val="006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